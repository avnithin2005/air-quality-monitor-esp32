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79F1F0E-8DF0-62EB-B3C8-C6E1AEA0259F}"/>
              </a:ext>
            </a:extLst>
          </p:cNvPr>
          <p:cNvGrpSpPr/>
          <p:nvPr/>
        </p:nvGrpSpPr>
        <p:grpSpPr>
          <a:xfrm>
            <a:off x="341798" y="830376"/>
            <a:ext cx="8517566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6200000" scaled="1"/>
          </a:gradFill>
        </p:grpSpPr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24CC1C1D-653F-14A0-54A0-6492ABCC273D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92049B2C-54AB-505F-2572-7CD19C3D968A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E23FD261-2FDC-1CD9-A732-906B64F405AB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B90AE363-FA57-0E86-3B4F-5E0A0806185D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4137775E-DBE1-BA92-6BCD-E9944273E622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969524EC-636E-4802-109E-EE71B9D4EB96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A03E2BFD-896B-BEC0-29BD-917248BCC6E8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849527DE-31CB-858E-9758-616F93A85AE1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87C850F0-0452-2D8B-D0FC-FBB759016D05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11721AD6-6F30-0F58-A50E-32AF0FFCB1F9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31E989A6-CA34-B2A2-552B-4FF5F76F9F40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6E8597AB-CD80-E7F0-F72F-40DFF3012FC5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B5A2B040-E43D-ED66-F37F-E956857A55FA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19B8B1CB-3502-9821-3B34-67B4601C88A7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335C657D-422D-A995-B64D-619B6A571325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821D693-8EFB-0671-CF70-84C0E591B0C4}"/>
              </a:ext>
            </a:extLst>
          </p:cNvPr>
          <p:cNvCxnSpPr/>
          <p:nvPr/>
        </p:nvCxnSpPr>
        <p:spPr>
          <a:xfrm rot="10800000">
            <a:off x="341799" y="1447799"/>
            <a:ext cx="851756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F43CFFE-3C15-DA64-2463-80330D89A4B9}"/>
              </a:ext>
            </a:extLst>
          </p:cNvPr>
          <p:cNvCxnSpPr/>
          <p:nvPr/>
        </p:nvCxnSpPr>
        <p:spPr>
          <a:xfrm rot="10800000">
            <a:off x="341799" y="1191269"/>
            <a:ext cx="851756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7DBBBDCC-257F-24EC-27A6-227D4593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3671" y="1984248"/>
            <a:ext cx="6002313" cy="2359152"/>
          </a:xfrm>
        </p:spPr>
        <p:txBody>
          <a:bodyPr>
            <a:normAutofit/>
          </a:bodyPr>
          <a:lstStyle>
            <a:lvl1pPr algn="l">
              <a:defRPr sz="3301" spc="-113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3671" y="4379976"/>
            <a:ext cx="6002313" cy="1033272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350" b="1" cap="all" spc="150" baseline="0">
                <a:solidFill>
                  <a:schemeClr val="tx2"/>
                </a:solidFill>
              </a:defRPr>
            </a:lvl1pPr>
            <a:lvl2pPr marL="342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9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F4D3A5D-9665-1463-8327-4E15CDD4E786}"/>
              </a:ext>
            </a:extLst>
          </p:cNvPr>
          <p:cNvGrpSpPr/>
          <p:nvPr/>
        </p:nvGrpSpPr>
        <p:grpSpPr>
          <a:xfrm>
            <a:off x="736883" y="2281053"/>
            <a:ext cx="1715008" cy="2295894"/>
            <a:chOff x="982255" y="2281053"/>
            <a:chExt cx="2286082" cy="229589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B5C18144-9323-970D-DF65-B42D339F5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2255" y="2281053"/>
              <a:ext cx="2286082" cy="2295894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92D720A-50F8-524A-E72A-32B073A15EA3}"/>
                </a:ext>
              </a:extLst>
            </p:cNvPr>
            <p:cNvSpPr/>
            <p:nvPr/>
          </p:nvSpPr>
          <p:spPr>
            <a:xfrm>
              <a:off x="1793080" y="3120710"/>
              <a:ext cx="691763" cy="69176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9542C9E-426B-E68F-C132-EDEAD07A758E}"/>
              </a:ext>
            </a:extLst>
          </p:cNvPr>
          <p:cNvCxnSpPr/>
          <p:nvPr/>
        </p:nvCxnSpPr>
        <p:spPr>
          <a:xfrm rot="10800000">
            <a:off x="341797" y="831038"/>
            <a:ext cx="851756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A1E96BB-4B51-AF19-15EA-803FCE1BCA9E}"/>
              </a:ext>
            </a:extLst>
          </p:cNvPr>
          <p:cNvGrpSpPr/>
          <p:nvPr/>
        </p:nvGrpSpPr>
        <p:grpSpPr>
          <a:xfrm>
            <a:off x="341798" y="5661787"/>
            <a:ext cx="8517566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</p:grpSpPr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44788C66-17F7-D9FE-31CB-95EE947F964B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31B611EC-0253-A614-C481-A1FCD9B63143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03E97C15-99B2-C628-FF01-1760B604D9C8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2AEDCD07-A50E-9AD7-7C5F-E6A58BDF0E00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2E1F0CA3-2F0D-C8C9-A26C-A94E8F9D5A6B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D2E8B704-7C74-5ABD-8551-0F18687DB3AD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4DD0D25B-B68E-52C8-F485-82EFD6F534D3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C0F9169B-78AC-E723-9732-25A301F5157B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D44E897D-3BAE-3070-F317-7B7737736385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D12434D8-E614-02C4-35C5-5A8210624C5D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25D0EC30-F0CD-7028-07C6-31A0A46F5687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15C53FD7-0571-AFB4-76B8-C165647B0CF8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F8C6A87F-6FA6-0F77-131A-0AE2A7E5FEBB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4696A920-0DEB-EB7A-DD1B-6ECABD381673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FFD56427-82E5-DFD7-1956-AEFF3610C52D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65F467F-C705-E684-A579-DB2879650B17}"/>
              </a:ext>
            </a:extLst>
          </p:cNvPr>
          <p:cNvGrpSpPr/>
          <p:nvPr/>
        </p:nvGrpSpPr>
        <p:grpSpPr>
          <a:xfrm>
            <a:off x="341802" y="5410201"/>
            <a:ext cx="8517562" cy="616755"/>
            <a:chOff x="760415" y="7127111"/>
            <a:chExt cx="10286999" cy="1148707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F18B3D9-7217-BFE4-FE9A-DEDDDB26C748}"/>
                </a:ext>
              </a:extLst>
            </p:cNvPr>
            <p:cNvCxnSpPr/>
            <p:nvPr/>
          </p:nvCxnSpPr>
          <p:spPr>
            <a:xfrm>
              <a:off x="760416" y="8275818"/>
              <a:ext cx="10286997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675D9E7-2DF6-6560-CC21-E81551E9AB0A}"/>
                </a:ext>
              </a:extLst>
            </p:cNvPr>
            <p:cNvCxnSpPr/>
            <p:nvPr/>
          </p:nvCxnSpPr>
          <p:spPr>
            <a:xfrm>
              <a:off x="760415" y="7127111"/>
              <a:ext cx="10286999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DDEDD67-EA3D-363D-8A40-D49E5F1B4C1C}"/>
              </a:ext>
            </a:extLst>
          </p:cNvPr>
          <p:cNvCxnSpPr/>
          <p:nvPr/>
        </p:nvCxnSpPr>
        <p:spPr>
          <a:xfrm>
            <a:off x="341802" y="5666723"/>
            <a:ext cx="851756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765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E7153E3-4FAF-5038-3E06-59C31F3C1FB3}"/>
              </a:ext>
            </a:extLst>
          </p:cNvPr>
          <p:cNvGrpSpPr/>
          <p:nvPr/>
        </p:nvGrpSpPr>
        <p:grpSpPr>
          <a:xfrm>
            <a:off x="342161" y="825274"/>
            <a:ext cx="4360475" cy="1469999"/>
            <a:chOff x="457033" y="830370"/>
            <a:chExt cx="5812452" cy="206518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E83417-C739-7E6A-1A1E-66C3A939437F}"/>
                </a:ext>
              </a:extLst>
            </p:cNvPr>
            <p:cNvGrpSpPr/>
            <p:nvPr/>
          </p:nvGrpSpPr>
          <p:grpSpPr>
            <a:xfrm>
              <a:off x="457033" y="830370"/>
              <a:ext cx="5812452" cy="2065186"/>
              <a:chOff x="8710542" y="4028386"/>
              <a:chExt cx="5280721" cy="1876260"/>
            </a:xfrm>
          </p:grpSpPr>
          <p:sp>
            <p:nvSpPr>
              <p:cNvPr id="11" name="Parallelogram 10">
                <a:extLst>
                  <a:ext uri="{FF2B5EF4-FFF2-40B4-BE49-F238E27FC236}">
                    <a16:creationId xmlns:a16="http://schemas.microsoft.com/office/drawing/2014/main" id="{9506D605-7BD2-DBFC-DB13-E043D25FFA58}"/>
                  </a:ext>
                </a:extLst>
              </p:cNvPr>
              <p:cNvSpPr/>
              <p:nvPr/>
            </p:nvSpPr>
            <p:spPr>
              <a:xfrm>
                <a:off x="8710542" y="4045440"/>
                <a:ext cx="1522674" cy="1821960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1257EFF3-5056-A157-A797-3494AFA4704F}"/>
                  </a:ext>
                </a:extLst>
              </p:cNvPr>
              <p:cNvGrpSpPr/>
              <p:nvPr/>
            </p:nvGrpSpPr>
            <p:grpSpPr>
              <a:xfrm>
                <a:off x="8720638" y="4038595"/>
                <a:ext cx="753919" cy="1414370"/>
                <a:chOff x="8720635" y="4038595"/>
                <a:chExt cx="794638" cy="1490760"/>
              </a:xfrm>
            </p:grpSpPr>
            <p:sp>
              <p:nvSpPr>
                <p:cNvPr id="18" name="Isosceles Triangle 42">
                  <a:extLst>
                    <a:ext uri="{FF2B5EF4-FFF2-40B4-BE49-F238E27FC236}">
                      <a16:creationId xmlns:a16="http://schemas.microsoft.com/office/drawing/2014/main" id="{7A4C9B86-B935-82A0-D658-EBB7D17E7381}"/>
                    </a:ext>
                  </a:extLst>
                </p:cNvPr>
                <p:cNvSpPr/>
                <p:nvPr/>
              </p:nvSpPr>
              <p:spPr>
                <a:xfrm rot="10800000">
                  <a:off x="8720635" y="4038595"/>
                  <a:ext cx="794638" cy="1490760"/>
                </a:xfrm>
                <a:prstGeom prst="triangle">
                  <a:avLst>
                    <a:gd name="adj" fmla="val 100000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  <p:sp>
              <p:nvSpPr>
                <p:cNvPr id="19" name="Isosceles Triangle 43">
                  <a:extLst>
                    <a:ext uri="{FF2B5EF4-FFF2-40B4-BE49-F238E27FC236}">
                      <a16:creationId xmlns:a16="http://schemas.microsoft.com/office/drawing/2014/main" id="{3AF50299-1EA6-1864-EDAC-C3E6877A47C9}"/>
                    </a:ext>
                  </a:extLst>
                </p:cNvPr>
                <p:cNvSpPr/>
                <p:nvPr/>
              </p:nvSpPr>
              <p:spPr>
                <a:xfrm rot="10800000">
                  <a:off x="8728687" y="4045437"/>
                  <a:ext cx="298605" cy="494958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</p:grpSp>
          <p:sp>
            <p:nvSpPr>
              <p:cNvPr id="13" name="Parallelogram 12">
                <a:extLst>
                  <a:ext uri="{FF2B5EF4-FFF2-40B4-BE49-F238E27FC236}">
                    <a16:creationId xmlns:a16="http://schemas.microsoft.com/office/drawing/2014/main" id="{04CF649A-DFC6-1BF8-0270-752AAA9CEDD6}"/>
                  </a:ext>
                </a:extLst>
              </p:cNvPr>
              <p:cNvSpPr/>
              <p:nvPr/>
            </p:nvSpPr>
            <p:spPr>
              <a:xfrm>
                <a:off x="9439065" y="4028386"/>
                <a:ext cx="1522674" cy="1832173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14" name="Parallelogram 13">
                <a:extLst>
                  <a:ext uri="{FF2B5EF4-FFF2-40B4-BE49-F238E27FC236}">
                    <a16:creationId xmlns:a16="http://schemas.microsoft.com/office/drawing/2014/main" id="{90108786-C7D0-954D-E8A3-AF7C673DEFA1}"/>
                  </a:ext>
                </a:extLst>
              </p:cNvPr>
              <p:cNvSpPr/>
              <p:nvPr/>
            </p:nvSpPr>
            <p:spPr>
              <a:xfrm>
                <a:off x="10161561" y="4045440"/>
                <a:ext cx="1522674" cy="1821960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0C3DC63D-6304-DCBF-34B3-0EBBEC1F9065}"/>
                  </a:ext>
                </a:extLst>
              </p:cNvPr>
              <p:cNvGrpSpPr/>
              <p:nvPr/>
            </p:nvGrpSpPr>
            <p:grpSpPr>
              <a:xfrm>
                <a:off x="13172716" y="4417422"/>
                <a:ext cx="818547" cy="1487224"/>
                <a:chOff x="13190867" y="4398032"/>
                <a:chExt cx="829443" cy="1507020"/>
              </a:xfrm>
            </p:grpSpPr>
            <p:sp>
              <p:nvSpPr>
                <p:cNvPr id="16" name="Isosceles Triangle 40">
                  <a:extLst>
                    <a:ext uri="{FF2B5EF4-FFF2-40B4-BE49-F238E27FC236}">
                      <a16:creationId xmlns:a16="http://schemas.microsoft.com/office/drawing/2014/main" id="{6B52CBF4-8599-BFF2-4482-EEE46A5F9AF4}"/>
                    </a:ext>
                  </a:extLst>
                </p:cNvPr>
                <p:cNvSpPr/>
                <p:nvPr/>
              </p:nvSpPr>
              <p:spPr>
                <a:xfrm>
                  <a:off x="13190867" y="4398032"/>
                  <a:ext cx="829442" cy="1469372"/>
                </a:xfrm>
                <a:prstGeom prst="triangle">
                  <a:avLst>
                    <a:gd name="adj" fmla="val 98888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162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  <p:sp>
              <p:nvSpPr>
                <p:cNvPr id="17" name="Isosceles Triangle 41">
                  <a:extLst>
                    <a:ext uri="{FF2B5EF4-FFF2-40B4-BE49-F238E27FC236}">
                      <a16:creationId xmlns:a16="http://schemas.microsoft.com/office/drawing/2014/main" id="{042C9065-C8B2-7FDF-02E8-2C9F4269F51F}"/>
                    </a:ext>
                  </a:extLst>
                </p:cNvPr>
                <p:cNvSpPr/>
                <p:nvPr/>
              </p:nvSpPr>
              <p:spPr>
                <a:xfrm>
                  <a:off x="13649993" y="5186464"/>
                  <a:ext cx="370317" cy="718588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</p:grpSp>
        </p:grp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7A190318-A06B-CC6B-18D2-C2B0A8150403}"/>
                </a:ext>
              </a:extLst>
            </p:cNvPr>
            <p:cNvSpPr/>
            <p:nvPr/>
          </p:nvSpPr>
          <p:spPr>
            <a:xfrm>
              <a:off x="2889209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FEEE936E-06C8-2235-5084-73FE99F4D1CA}"/>
                </a:ext>
              </a:extLst>
            </p:cNvPr>
            <p:cNvSpPr/>
            <p:nvPr/>
          </p:nvSpPr>
          <p:spPr>
            <a:xfrm>
              <a:off x="3720709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F084BE1D-78B4-6DAB-93E4-251AC62C1350}"/>
                </a:ext>
              </a:extLst>
            </p:cNvPr>
            <p:cNvSpPr/>
            <p:nvPr/>
          </p:nvSpPr>
          <p:spPr>
            <a:xfrm>
              <a:off x="4550954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EA096FF-DA4D-A343-D4C0-23DE487905E1}"/>
              </a:ext>
            </a:extLst>
          </p:cNvPr>
          <p:cNvGrpSpPr/>
          <p:nvPr/>
        </p:nvGrpSpPr>
        <p:grpSpPr>
          <a:xfrm>
            <a:off x="341797" y="4572001"/>
            <a:ext cx="4360475" cy="1469999"/>
            <a:chOff x="457033" y="830370"/>
            <a:chExt cx="5812452" cy="206518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98E795A-DDAB-7E87-CB74-F3C9400DAA07}"/>
                </a:ext>
              </a:extLst>
            </p:cNvPr>
            <p:cNvGrpSpPr/>
            <p:nvPr/>
          </p:nvGrpSpPr>
          <p:grpSpPr>
            <a:xfrm>
              <a:off x="457033" y="830370"/>
              <a:ext cx="5812452" cy="2065186"/>
              <a:chOff x="8710542" y="4028386"/>
              <a:chExt cx="5280721" cy="1876260"/>
            </a:xfrm>
          </p:grpSpPr>
          <p:sp>
            <p:nvSpPr>
              <p:cNvPr id="25" name="Parallelogram 24">
                <a:extLst>
                  <a:ext uri="{FF2B5EF4-FFF2-40B4-BE49-F238E27FC236}">
                    <a16:creationId xmlns:a16="http://schemas.microsoft.com/office/drawing/2014/main" id="{2842CD96-6F19-C2E7-DB53-F591695BFBFD}"/>
                  </a:ext>
                </a:extLst>
              </p:cNvPr>
              <p:cNvSpPr/>
              <p:nvPr/>
            </p:nvSpPr>
            <p:spPr>
              <a:xfrm>
                <a:off x="8710542" y="4045440"/>
                <a:ext cx="1522674" cy="1821960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168D220F-2EBD-A806-C9C2-3C1B91FB55A9}"/>
                  </a:ext>
                </a:extLst>
              </p:cNvPr>
              <p:cNvGrpSpPr/>
              <p:nvPr/>
            </p:nvGrpSpPr>
            <p:grpSpPr>
              <a:xfrm>
                <a:off x="8720638" y="4038595"/>
                <a:ext cx="753919" cy="1414370"/>
                <a:chOff x="8720635" y="4038595"/>
                <a:chExt cx="794638" cy="1490760"/>
              </a:xfrm>
            </p:grpSpPr>
            <p:sp>
              <p:nvSpPr>
                <p:cNvPr id="32" name="Isosceles Triangle 42">
                  <a:extLst>
                    <a:ext uri="{FF2B5EF4-FFF2-40B4-BE49-F238E27FC236}">
                      <a16:creationId xmlns:a16="http://schemas.microsoft.com/office/drawing/2014/main" id="{BB1DE0C2-5412-A76E-69E1-3A57548DA2C0}"/>
                    </a:ext>
                  </a:extLst>
                </p:cNvPr>
                <p:cNvSpPr/>
                <p:nvPr/>
              </p:nvSpPr>
              <p:spPr>
                <a:xfrm rot="10800000">
                  <a:off x="8720635" y="4038595"/>
                  <a:ext cx="794638" cy="1490760"/>
                </a:xfrm>
                <a:prstGeom prst="triangle">
                  <a:avLst>
                    <a:gd name="adj" fmla="val 100000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  <p:sp>
              <p:nvSpPr>
                <p:cNvPr id="33" name="Isosceles Triangle 43">
                  <a:extLst>
                    <a:ext uri="{FF2B5EF4-FFF2-40B4-BE49-F238E27FC236}">
                      <a16:creationId xmlns:a16="http://schemas.microsoft.com/office/drawing/2014/main" id="{3D50BC3F-930B-FB72-0B5F-CEEFA2FA8FA0}"/>
                    </a:ext>
                  </a:extLst>
                </p:cNvPr>
                <p:cNvSpPr/>
                <p:nvPr/>
              </p:nvSpPr>
              <p:spPr>
                <a:xfrm rot="10800000">
                  <a:off x="8728687" y="4045437"/>
                  <a:ext cx="298605" cy="494958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</p:grpSp>
          <p:sp>
            <p:nvSpPr>
              <p:cNvPr id="27" name="Parallelogram 26">
                <a:extLst>
                  <a:ext uri="{FF2B5EF4-FFF2-40B4-BE49-F238E27FC236}">
                    <a16:creationId xmlns:a16="http://schemas.microsoft.com/office/drawing/2014/main" id="{F0CB9AE1-299B-0510-3AB7-F2F04AFD95EB}"/>
                  </a:ext>
                </a:extLst>
              </p:cNvPr>
              <p:cNvSpPr/>
              <p:nvPr/>
            </p:nvSpPr>
            <p:spPr>
              <a:xfrm>
                <a:off x="9439065" y="4028386"/>
                <a:ext cx="1522674" cy="1832173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28" name="Parallelogram 27">
                <a:extLst>
                  <a:ext uri="{FF2B5EF4-FFF2-40B4-BE49-F238E27FC236}">
                    <a16:creationId xmlns:a16="http://schemas.microsoft.com/office/drawing/2014/main" id="{4980405C-D948-1A58-EC49-ED0B23B548AB}"/>
                  </a:ext>
                </a:extLst>
              </p:cNvPr>
              <p:cNvSpPr/>
              <p:nvPr/>
            </p:nvSpPr>
            <p:spPr>
              <a:xfrm>
                <a:off x="10161561" y="4045440"/>
                <a:ext cx="1522674" cy="1821960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7F270D1C-3800-E1FC-9565-BFBE2F1A59EE}"/>
                  </a:ext>
                </a:extLst>
              </p:cNvPr>
              <p:cNvGrpSpPr/>
              <p:nvPr/>
            </p:nvGrpSpPr>
            <p:grpSpPr>
              <a:xfrm>
                <a:off x="13172716" y="4417422"/>
                <a:ext cx="818547" cy="1487224"/>
                <a:chOff x="13190867" y="4398032"/>
                <a:chExt cx="829443" cy="1507020"/>
              </a:xfrm>
            </p:grpSpPr>
            <p:sp>
              <p:nvSpPr>
                <p:cNvPr id="30" name="Isosceles Triangle 40">
                  <a:extLst>
                    <a:ext uri="{FF2B5EF4-FFF2-40B4-BE49-F238E27FC236}">
                      <a16:creationId xmlns:a16="http://schemas.microsoft.com/office/drawing/2014/main" id="{F3BD1C8B-91DF-FCC8-CD61-449251E29867}"/>
                    </a:ext>
                  </a:extLst>
                </p:cNvPr>
                <p:cNvSpPr/>
                <p:nvPr/>
              </p:nvSpPr>
              <p:spPr>
                <a:xfrm>
                  <a:off x="13190867" y="4398032"/>
                  <a:ext cx="829442" cy="1469372"/>
                </a:xfrm>
                <a:prstGeom prst="triangle">
                  <a:avLst>
                    <a:gd name="adj" fmla="val 98888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162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  <p:sp>
              <p:nvSpPr>
                <p:cNvPr id="31" name="Isosceles Triangle 41">
                  <a:extLst>
                    <a:ext uri="{FF2B5EF4-FFF2-40B4-BE49-F238E27FC236}">
                      <a16:creationId xmlns:a16="http://schemas.microsoft.com/office/drawing/2014/main" id="{AFB2A733-589E-F734-652F-24BE73548569}"/>
                    </a:ext>
                  </a:extLst>
                </p:cNvPr>
                <p:cNvSpPr/>
                <p:nvPr/>
              </p:nvSpPr>
              <p:spPr>
                <a:xfrm>
                  <a:off x="13649993" y="5186464"/>
                  <a:ext cx="370317" cy="718588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</p:grpSp>
        </p:grp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7851D053-622F-D591-749F-3F8F85CB8706}"/>
                </a:ext>
              </a:extLst>
            </p:cNvPr>
            <p:cNvSpPr/>
            <p:nvPr/>
          </p:nvSpPr>
          <p:spPr>
            <a:xfrm>
              <a:off x="2889209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65BD8778-F92B-F561-5C9F-4E28D2BAE444}"/>
                </a:ext>
              </a:extLst>
            </p:cNvPr>
            <p:cNvSpPr/>
            <p:nvPr/>
          </p:nvSpPr>
          <p:spPr>
            <a:xfrm>
              <a:off x="3720709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3078A0F2-8500-3B61-7CB7-C06B717BC7B3}"/>
                </a:ext>
              </a:extLst>
            </p:cNvPr>
            <p:cNvSpPr/>
            <p:nvPr/>
          </p:nvSpPr>
          <p:spPr>
            <a:xfrm>
              <a:off x="4550954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6F49FA9-9C63-477D-9647-E85476276144}"/>
              </a:ext>
            </a:extLst>
          </p:cNvPr>
          <p:cNvCxnSpPr/>
          <p:nvPr/>
        </p:nvCxnSpPr>
        <p:spPr>
          <a:xfrm>
            <a:off x="4686330" y="831037"/>
            <a:ext cx="0" cy="519525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CD77793-980F-C12A-4C1F-8E5CF2312BCB}"/>
              </a:ext>
            </a:extLst>
          </p:cNvPr>
          <p:cNvGrpSpPr/>
          <p:nvPr/>
        </p:nvGrpSpPr>
        <p:grpSpPr>
          <a:xfrm>
            <a:off x="340446" y="2277215"/>
            <a:ext cx="4354216" cy="2302786"/>
            <a:chOff x="379667" y="2277215"/>
            <a:chExt cx="5651371" cy="2302786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666CF6D-7BC9-C8C9-5F6E-1ABD405AF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9667" y="2277215"/>
              <a:ext cx="5638801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5055B61-28A3-530B-B84F-BBE72252970B}"/>
                </a:ext>
              </a:extLst>
            </p:cNvPr>
            <p:cNvCxnSpPr>
              <a:cxnSpLocks/>
            </p:cNvCxnSpPr>
            <p:nvPr/>
          </p:nvCxnSpPr>
          <p:spPr>
            <a:xfrm>
              <a:off x="392243" y="4580001"/>
              <a:ext cx="5638795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4B99DA4-D361-CB3B-1C65-E043624F851D}"/>
              </a:ext>
            </a:extLst>
          </p:cNvPr>
          <p:cNvCxnSpPr/>
          <p:nvPr/>
        </p:nvCxnSpPr>
        <p:spPr>
          <a:xfrm rot="10800000">
            <a:off x="341798" y="831038"/>
            <a:ext cx="8517563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4EB66D9-438A-25D6-4477-C6587095FFD0}"/>
              </a:ext>
            </a:extLst>
          </p:cNvPr>
          <p:cNvCxnSpPr/>
          <p:nvPr/>
        </p:nvCxnSpPr>
        <p:spPr>
          <a:xfrm>
            <a:off x="341802" y="6026955"/>
            <a:ext cx="851756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4C98393-F36D-0E2E-7C65-156C35874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90" y="2295272"/>
            <a:ext cx="4342245" cy="22840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C19160C8-ECEB-7240-9ABC-EF687B108C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83102" y="990601"/>
            <a:ext cx="3433275" cy="4938713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35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B1309-6FE3-0960-7BB1-BDE74FC2D61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F6282-234B-8776-F76F-A59B8040AD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EEF7EA-493F-E798-EEAB-43E3F04C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13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op and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97EA237-29E4-C9E5-1412-45F20A771318}"/>
              </a:ext>
            </a:extLst>
          </p:cNvPr>
          <p:cNvGrpSpPr/>
          <p:nvPr/>
        </p:nvGrpSpPr>
        <p:grpSpPr>
          <a:xfrm>
            <a:off x="4537312" y="831033"/>
            <a:ext cx="4300462" cy="364609"/>
            <a:chOff x="6019602" y="5661675"/>
            <a:chExt cx="5732456" cy="364609"/>
          </a:xfrm>
        </p:grpSpPr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1067193A-4C41-AD7D-5AE7-4018376E69DC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C2D123BE-1B6C-C770-3900-0879FE097DA6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60214242-3860-51C5-20FB-A2DFA298A648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960A3393-CF72-9623-16A9-B9F0D4324992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9E66747B-3A35-E221-7141-F2675D8B6B3A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BA5F574-F13B-DD46-1569-957B8C2121D0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419CF334-9665-5F30-9F58-70950EE0825F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DA8F13-04F3-DE80-D663-1A43C40A1523}"/>
              </a:ext>
            </a:extLst>
          </p:cNvPr>
          <p:cNvCxnSpPr>
            <a:cxnSpLocks/>
          </p:cNvCxnSpPr>
          <p:nvPr/>
        </p:nvCxnSpPr>
        <p:spPr>
          <a:xfrm flipH="1">
            <a:off x="4508731" y="3553941"/>
            <a:ext cx="434453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C861AE-2000-B67A-1013-C065785C8824}"/>
              </a:ext>
            </a:extLst>
          </p:cNvPr>
          <p:cNvCxnSpPr>
            <a:cxnSpLocks/>
          </p:cNvCxnSpPr>
          <p:nvPr/>
        </p:nvCxnSpPr>
        <p:spPr>
          <a:xfrm flipH="1">
            <a:off x="4508731" y="1191925"/>
            <a:ext cx="434453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A56E6F3-93DA-B3EA-46A3-D9DDB8500FE9}"/>
              </a:ext>
            </a:extLst>
          </p:cNvPr>
          <p:cNvGrpSpPr/>
          <p:nvPr/>
        </p:nvGrpSpPr>
        <p:grpSpPr>
          <a:xfrm>
            <a:off x="4531749" y="3566069"/>
            <a:ext cx="4300462" cy="364609"/>
            <a:chOff x="6019602" y="5661675"/>
            <a:chExt cx="5732456" cy="364609"/>
          </a:xfrm>
        </p:grpSpPr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5280277-9E19-9704-ABD4-1C8FD523AF9C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BC067164-AF53-9619-FC03-FDC26E1C9272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12F2B5D7-28A9-E995-4985-B550BCA752B9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13BCD68-93FC-814A-D777-F85BB289AD61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D44736AA-6664-C549-2FAD-8A0CFE27AFA5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BC2E2F51-EF4C-75FB-6221-8DB6F4BDC3E6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6C815CE-7C62-59B1-BAB4-4397B0C1542B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CED2785-56AF-3451-10FB-4E6F9699635B}"/>
              </a:ext>
            </a:extLst>
          </p:cNvPr>
          <p:cNvCxnSpPr>
            <a:cxnSpLocks/>
          </p:cNvCxnSpPr>
          <p:nvPr/>
        </p:nvCxnSpPr>
        <p:spPr>
          <a:xfrm flipH="1">
            <a:off x="4515878" y="3919564"/>
            <a:ext cx="434453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 blue background with white lines&#10;&#10;Description automatically generated">
            <a:extLst>
              <a:ext uri="{FF2B5EF4-FFF2-40B4-BE49-F238E27FC236}">
                <a16:creationId xmlns:a16="http://schemas.microsoft.com/office/drawing/2014/main" id="{E69ACA87-2170-A3D4-B23A-427CA93C2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006" y="3949700"/>
            <a:ext cx="4315949" cy="207010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022FA80-17C9-2722-5498-68FDC0326EB4}"/>
              </a:ext>
            </a:extLst>
          </p:cNvPr>
          <p:cNvCxnSpPr/>
          <p:nvPr/>
        </p:nvCxnSpPr>
        <p:spPr>
          <a:xfrm>
            <a:off x="4510700" y="831037"/>
            <a:ext cx="0" cy="519525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E7745F-BACD-DC4C-E55C-899B1D90F3FE}"/>
              </a:ext>
            </a:extLst>
          </p:cNvPr>
          <p:cNvCxnSpPr/>
          <p:nvPr/>
        </p:nvCxnSpPr>
        <p:spPr>
          <a:xfrm rot="10800000">
            <a:off x="341798" y="831038"/>
            <a:ext cx="8517563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itle 1">
            <a:extLst>
              <a:ext uri="{FF2B5EF4-FFF2-40B4-BE49-F238E27FC236}">
                <a16:creationId xmlns:a16="http://schemas.microsoft.com/office/drawing/2014/main" id="{AA0A0B06-0927-9D33-6F76-CBB62C289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3739" y="1229933"/>
            <a:ext cx="4342245" cy="228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40">
            <a:extLst>
              <a:ext uri="{FF2B5EF4-FFF2-40B4-BE49-F238E27FC236}">
                <a16:creationId xmlns:a16="http://schemas.microsoft.com/office/drawing/2014/main" id="{23951D4E-C68E-139B-F5B4-4C5307ADD0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0857" y="990601"/>
            <a:ext cx="3433275" cy="4938713"/>
          </a:xfrm>
        </p:spPr>
        <p:txBody>
          <a:bodyPr anchor="ctr"/>
          <a:lstStyle>
            <a:lvl1pPr marL="171496" indent="-171496">
              <a:lnSpc>
                <a:spcPct val="90000"/>
              </a:lnSpc>
              <a:spcBef>
                <a:spcPts val="1350"/>
              </a:spcBef>
              <a:buFont typeface="Arial" panose="020B0604020202020204" pitchFamily="34" charset="0"/>
              <a:buChar char="•"/>
              <a:defRPr sz="135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8B233-AE33-4CB0-F4DA-8AF182D1A11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68337A-F55F-FF31-E2BC-ECDF93A398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202236-DAB8-3C41-8C40-1448CC45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98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artic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A60C-5945-8E6F-F895-9ECCDE0CA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90" y="1554480"/>
            <a:ext cx="6009173" cy="16733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4" name="Content Placeholder 40">
            <a:extLst>
              <a:ext uri="{FF2B5EF4-FFF2-40B4-BE49-F238E27FC236}">
                <a16:creationId xmlns:a16="http://schemas.microsoft.com/office/drawing/2014/main" id="{94875880-BEFD-F3B6-9740-634DB1A7E8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0857" y="3255264"/>
            <a:ext cx="5199718" cy="2231136"/>
          </a:xfrm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1350"/>
              </a:spcBef>
              <a:buNone/>
              <a:defRPr sz="135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CE9A5-CC43-4AD0-865C-3D797DC46EC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220C7-F6CD-FDFB-A647-4C0E8A50D5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F22652-AAA2-F315-D13E-1C179AC8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white line art of a star&#10;&#10;Description automatically generated">
            <a:extLst>
              <a:ext uri="{FF2B5EF4-FFF2-40B4-BE49-F238E27FC236}">
                <a16:creationId xmlns:a16="http://schemas.microsoft.com/office/drawing/2014/main" id="{2CB8D1F2-BB19-789F-7A10-739273876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972" y="1197889"/>
            <a:ext cx="2507387" cy="284288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5A412EB-E0A6-358C-725B-9DE71558A9FA}"/>
              </a:ext>
            </a:extLst>
          </p:cNvPr>
          <p:cNvGrpSpPr/>
          <p:nvPr/>
        </p:nvGrpSpPr>
        <p:grpSpPr>
          <a:xfrm>
            <a:off x="6344106" y="4038600"/>
            <a:ext cx="2515263" cy="1835639"/>
            <a:chOff x="8695305" y="4038599"/>
            <a:chExt cx="3088783" cy="183563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8B8258E-A0D6-6490-59A7-8A216AFE77EB}"/>
                </a:ext>
              </a:extLst>
            </p:cNvPr>
            <p:cNvGrpSpPr/>
            <p:nvPr/>
          </p:nvGrpSpPr>
          <p:grpSpPr>
            <a:xfrm>
              <a:off x="8695305" y="4038599"/>
              <a:ext cx="3088783" cy="1835639"/>
              <a:chOff x="8720635" y="4038599"/>
              <a:chExt cx="3088783" cy="1835639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BFAEBDB-6FA7-5CCC-7DBB-B8BB04C1C213}"/>
                  </a:ext>
                </a:extLst>
              </p:cNvPr>
              <p:cNvGrpSpPr/>
              <p:nvPr/>
            </p:nvGrpSpPr>
            <p:grpSpPr>
              <a:xfrm>
                <a:off x="8720635" y="4038599"/>
                <a:ext cx="786090" cy="1262596"/>
                <a:chOff x="8720637" y="4038599"/>
                <a:chExt cx="828547" cy="1330789"/>
              </a:xfrm>
            </p:grpSpPr>
            <p:sp>
              <p:nvSpPr>
                <p:cNvPr id="16" name="Isosceles Triangle 15">
                  <a:extLst>
                    <a:ext uri="{FF2B5EF4-FFF2-40B4-BE49-F238E27FC236}">
                      <a16:creationId xmlns:a16="http://schemas.microsoft.com/office/drawing/2014/main" id="{5B44B970-0217-DCCB-42E0-2E86ADABD14A}"/>
                    </a:ext>
                  </a:extLst>
                </p:cNvPr>
                <p:cNvSpPr/>
                <p:nvPr/>
              </p:nvSpPr>
              <p:spPr>
                <a:xfrm rot="10800000">
                  <a:off x="8720637" y="4038599"/>
                  <a:ext cx="828547" cy="1330789"/>
                </a:xfrm>
                <a:prstGeom prst="triangle">
                  <a:avLst>
                    <a:gd name="adj" fmla="val 100000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162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  <p:sp>
              <p:nvSpPr>
                <p:cNvPr id="17" name="Isosceles Triangle 16">
                  <a:extLst>
                    <a:ext uri="{FF2B5EF4-FFF2-40B4-BE49-F238E27FC236}">
                      <a16:creationId xmlns:a16="http://schemas.microsoft.com/office/drawing/2014/main" id="{36B1F82B-DBBF-7ADE-2EA5-4A0FA5A3FE95}"/>
                    </a:ext>
                  </a:extLst>
                </p:cNvPr>
                <p:cNvSpPr/>
                <p:nvPr/>
              </p:nvSpPr>
              <p:spPr>
                <a:xfrm rot="10800000">
                  <a:off x="8728691" y="4045438"/>
                  <a:ext cx="434657" cy="716002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CD14DD9-20A8-8575-7A61-D84640F40301}"/>
                  </a:ext>
                </a:extLst>
              </p:cNvPr>
              <p:cNvGrpSpPr/>
              <p:nvPr/>
            </p:nvGrpSpPr>
            <p:grpSpPr>
              <a:xfrm>
                <a:off x="11107428" y="4521119"/>
                <a:ext cx="701990" cy="1353119"/>
                <a:chOff x="11098080" y="4503109"/>
                <a:chExt cx="711334" cy="1371130"/>
              </a:xfrm>
            </p:grpSpPr>
            <p:sp>
              <p:nvSpPr>
                <p:cNvPr id="14" name="Isosceles Triangle 13">
                  <a:extLst>
                    <a:ext uri="{FF2B5EF4-FFF2-40B4-BE49-F238E27FC236}">
                      <a16:creationId xmlns:a16="http://schemas.microsoft.com/office/drawing/2014/main" id="{77CC67D8-1AC0-2439-FC7E-981AD0F7E4C5}"/>
                    </a:ext>
                  </a:extLst>
                </p:cNvPr>
                <p:cNvSpPr/>
                <p:nvPr/>
              </p:nvSpPr>
              <p:spPr>
                <a:xfrm>
                  <a:off x="11098080" y="4503109"/>
                  <a:ext cx="711334" cy="1155412"/>
                </a:xfrm>
                <a:prstGeom prst="triangle">
                  <a:avLst>
                    <a:gd name="adj" fmla="val 100000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  <p:sp>
              <p:nvSpPr>
                <p:cNvPr id="15" name="Isosceles Triangle 14">
                  <a:extLst>
                    <a:ext uri="{FF2B5EF4-FFF2-40B4-BE49-F238E27FC236}">
                      <a16:creationId xmlns:a16="http://schemas.microsoft.com/office/drawing/2014/main" id="{5D5A6138-F194-F6FC-182B-9F86724A187C}"/>
                    </a:ext>
                  </a:extLst>
                </p:cNvPr>
                <p:cNvSpPr/>
                <p:nvPr/>
              </p:nvSpPr>
              <p:spPr>
                <a:xfrm>
                  <a:off x="11382608" y="5181602"/>
                  <a:ext cx="426803" cy="692637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 dirty="0"/>
                </a:p>
              </p:txBody>
            </p:sp>
          </p:grpSp>
        </p:grp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4C7B13B7-18D7-207A-021A-D08E4EEA956E}"/>
                </a:ext>
              </a:extLst>
            </p:cNvPr>
            <p:cNvSpPr/>
            <p:nvPr/>
          </p:nvSpPr>
          <p:spPr>
            <a:xfrm>
              <a:off x="8790172" y="4045090"/>
              <a:ext cx="1401587" cy="1621633"/>
            </a:xfrm>
            <a:prstGeom prst="parallelogram">
              <a:avLst>
                <a:gd name="adj" fmla="val 74192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F3D22A7D-FCB9-6BD1-DB73-C2DF853158EB}"/>
                </a:ext>
              </a:extLst>
            </p:cNvPr>
            <p:cNvSpPr/>
            <p:nvPr/>
          </p:nvSpPr>
          <p:spPr>
            <a:xfrm>
              <a:off x="9538317" y="4045090"/>
              <a:ext cx="1401587" cy="1621633"/>
            </a:xfrm>
            <a:prstGeom prst="parallelogram">
              <a:avLst>
                <a:gd name="adj" fmla="val 74192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75732992-6CC5-4538-D972-F94812ABC780}"/>
                </a:ext>
              </a:extLst>
            </p:cNvPr>
            <p:cNvSpPr/>
            <p:nvPr/>
          </p:nvSpPr>
          <p:spPr>
            <a:xfrm>
              <a:off x="10325582" y="4045090"/>
              <a:ext cx="1401587" cy="1621633"/>
            </a:xfrm>
            <a:prstGeom prst="parallelogram">
              <a:avLst>
                <a:gd name="adj" fmla="val 74192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FD5E00-03A9-DB67-7C55-68BA6AEEAEC9}"/>
              </a:ext>
            </a:extLst>
          </p:cNvPr>
          <p:cNvCxnSpPr>
            <a:cxnSpLocks/>
          </p:cNvCxnSpPr>
          <p:nvPr/>
        </p:nvCxnSpPr>
        <p:spPr>
          <a:xfrm>
            <a:off x="6344109" y="4045090"/>
            <a:ext cx="251525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0281E0-AEBC-9934-C7A1-645E1CD275F2}"/>
              </a:ext>
            </a:extLst>
          </p:cNvPr>
          <p:cNvCxnSpPr/>
          <p:nvPr/>
        </p:nvCxnSpPr>
        <p:spPr>
          <a:xfrm rot="10800000">
            <a:off x="341799" y="1191269"/>
            <a:ext cx="851756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03ACEA6-73D4-5663-99B3-7D9CE75F0A60}"/>
              </a:ext>
            </a:extLst>
          </p:cNvPr>
          <p:cNvCxnSpPr/>
          <p:nvPr/>
        </p:nvCxnSpPr>
        <p:spPr>
          <a:xfrm>
            <a:off x="341802" y="5666723"/>
            <a:ext cx="851756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A6D8AF1-5923-E4E6-6F17-4D28FFF59994}"/>
              </a:ext>
            </a:extLst>
          </p:cNvPr>
          <p:cNvGrpSpPr/>
          <p:nvPr/>
        </p:nvGrpSpPr>
        <p:grpSpPr>
          <a:xfrm>
            <a:off x="6344109" y="380999"/>
            <a:ext cx="2" cy="6095997"/>
            <a:chOff x="8456609" y="380998"/>
            <a:chExt cx="3" cy="609599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C52B6A6-AA68-91B5-DFCC-91DE61FD7B45}"/>
                </a:ext>
              </a:extLst>
            </p:cNvPr>
            <p:cNvCxnSpPr>
              <a:cxnSpLocks/>
            </p:cNvCxnSpPr>
            <p:nvPr/>
          </p:nvCxnSpPr>
          <p:spPr>
            <a:xfrm>
              <a:off x="8456612" y="831037"/>
              <a:ext cx="0" cy="5645958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B70480E-2E91-8FA9-74D0-E6505CCB7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6609" y="380998"/>
              <a:ext cx="0" cy="450039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700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ottom and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background with white lines&#10;&#10;Description automatically generated">
            <a:extLst>
              <a:ext uri="{FF2B5EF4-FFF2-40B4-BE49-F238E27FC236}">
                <a16:creationId xmlns:a16="http://schemas.microsoft.com/office/drawing/2014/main" id="{A53C4924-6170-D81C-3073-AC4F70D37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515877" y="844933"/>
            <a:ext cx="4315949" cy="20701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60591BE-359C-0F5A-1138-94B25A58E12B}"/>
              </a:ext>
            </a:extLst>
          </p:cNvPr>
          <p:cNvGrpSpPr/>
          <p:nvPr/>
        </p:nvGrpSpPr>
        <p:grpSpPr>
          <a:xfrm>
            <a:off x="4515877" y="5661676"/>
            <a:ext cx="4300462" cy="364609"/>
            <a:chOff x="6019602" y="5661675"/>
            <a:chExt cx="5732456" cy="364609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ADEA197-5435-A4D4-5EAE-1361A252E0A6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DC4423E0-9271-00AF-97BF-73709650786E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EB03BC1-4B65-6435-8A02-2DFEA9C3517F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4C537638-17EB-C516-1197-0FEE7D2163C7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4EFC1475-C4BA-8CD0-FAE8-61C54FA7D07C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4C4FE30E-05DB-3B4D-2E23-2EEDC4B7325D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847BA90D-212A-DF64-6BCB-121DBEE10B88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473A8DE-0A6F-FCE9-0242-C26500384204}"/>
              </a:ext>
            </a:extLst>
          </p:cNvPr>
          <p:cNvGrpSpPr/>
          <p:nvPr/>
        </p:nvGrpSpPr>
        <p:grpSpPr>
          <a:xfrm>
            <a:off x="4508731" y="3276600"/>
            <a:ext cx="4344531" cy="2381900"/>
            <a:chOff x="455611" y="2307799"/>
            <a:chExt cx="5638801" cy="23819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91E4C76-3597-67DB-A991-CD68CB9C3D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611" y="2307799"/>
              <a:ext cx="5638801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E417CE-9A1C-7D61-7122-C2F215281CE7}"/>
                </a:ext>
              </a:extLst>
            </p:cNvPr>
            <p:cNvCxnSpPr>
              <a:cxnSpLocks/>
            </p:cNvCxnSpPr>
            <p:nvPr/>
          </p:nvCxnSpPr>
          <p:spPr>
            <a:xfrm>
              <a:off x="455611" y="4689699"/>
              <a:ext cx="5638795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A720F7-4521-28AA-F0EA-9E594613197B}"/>
              </a:ext>
            </a:extLst>
          </p:cNvPr>
          <p:cNvCxnSpPr/>
          <p:nvPr/>
        </p:nvCxnSpPr>
        <p:spPr>
          <a:xfrm>
            <a:off x="4510700" y="831037"/>
            <a:ext cx="0" cy="519525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7BC2822-F3E4-EADA-5A38-B31E5F6F2F93}"/>
              </a:ext>
            </a:extLst>
          </p:cNvPr>
          <p:cNvGrpSpPr/>
          <p:nvPr/>
        </p:nvGrpSpPr>
        <p:grpSpPr>
          <a:xfrm>
            <a:off x="4537312" y="2908547"/>
            <a:ext cx="4300462" cy="364609"/>
            <a:chOff x="6019602" y="5661675"/>
            <a:chExt cx="5732456" cy="364609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11D76A43-A8AA-2B5F-2A8D-869C6338F7EC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C3BE4205-C3C1-465F-3522-CFE72D74D46B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0623EA4-0737-4606-618E-1E99FC373E96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990304E7-4FBA-6560-F1FD-699158903E1F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38DF2F8F-A4DE-9A51-5892-F2ABEFC8476E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862BEF69-AA65-F49B-5255-29121BDC9C50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Parallelogram 25">
              <a:extLst>
                <a:ext uri="{FF2B5EF4-FFF2-40B4-BE49-F238E27FC236}">
                  <a16:creationId xmlns:a16="http://schemas.microsoft.com/office/drawing/2014/main" id="{5AE4A6B4-1E90-6820-016B-4C42992D0343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A9FA906-0AF9-E1B8-74E8-F146D4E8BFC1}"/>
              </a:ext>
            </a:extLst>
          </p:cNvPr>
          <p:cNvCxnSpPr>
            <a:cxnSpLocks/>
          </p:cNvCxnSpPr>
          <p:nvPr/>
        </p:nvCxnSpPr>
        <p:spPr>
          <a:xfrm flipH="1">
            <a:off x="4508731" y="2908546"/>
            <a:ext cx="434453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F1BCDDA3-C13F-B9F7-895C-DC53390F4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3739" y="3324415"/>
            <a:ext cx="4342245" cy="228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9" name="Content Placeholder 40">
            <a:extLst>
              <a:ext uri="{FF2B5EF4-FFF2-40B4-BE49-F238E27FC236}">
                <a16:creationId xmlns:a16="http://schemas.microsoft.com/office/drawing/2014/main" id="{E158113E-F5F4-CD42-D6AE-FE847DA8DC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0857" y="990601"/>
            <a:ext cx="3433275" cy="4938713"/>
          </a:xfrm>
        </p:spPr>
        <p:txBody>
          <a:bodyPr anchor="ctr"/>
          <a:lstStyle>
            <a:lvl1pPr marL="171496" indent="-171496">
              <a:lnSpc>
                <a:spcPct val="90000"/>
              </a:lnSpc>
              <a:spcBef>
                <a:spcPts val="1350"/>
              </a:spcBef>
              <a:buFont typeface="Arial" panose="020B0604020202020204" pitchFamily="34" charset="0"/>
              <a:buChar char="•"/>
              <a:defRPr sz="135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95152-8518-81B4-8DEA-0E13F6EC10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940A8-8A97-0FF4-11B6-360DC35D68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D3D9E-A74F-614E-BD02-C6361A355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35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066C8-5392-A1BA-3E25-166578452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91" y="1563623"/>
            <a:ext cx="8517569" cy="1581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white line art of a gear&#10;&#10;Description automatically generated">
            <a:extLst>
              <a:ext uri="{FF2B5EF4-FFF2-40B4-BE49-F238E27FC236}">
                <a16:creationId xmlns:a16="http://schemas.microsoft.com/office/drawing/2014/main" id="{969D475A-FF4D-4BF6-771B-6E26F1086EA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003A52"/>
              </a:clrFrom>
              <a:clrTo>
                <a:srgbClr val="003A5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44" y="3533949"/>
            <a:ext cx="8517552" cy="248762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103F0F1-8B99-CE42-49F5-9FDBAC231D27}"/>
              </a:ext>
            </a:extLst>
          </p:cNvPr>
          <p:cNvGrpSpPr/>
          <p:nvPr/>
        </p:nvGrpSpPr>
        <p:grpSpPr>
          <a:xfrm>
            <a:off x="341801" y="3138349"/>
            <a:ext cx="8517566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7F069E72-7FF8-84AF-9550-9DA72DAF57AF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3B41BD85-A1B9-2654-071F-3CFD640054A8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EED0310C-65DC-829E-ADA4-298D99C781BC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40C02DCA-8541-233D-F0A7-5DE5DEE95FB1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E13D6679-F5AE-64AE-B005-22D18A4ABB1F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49DDBE34-9147-41FD-5A16-1645B85BF77D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50BCD038-1DDC-CA2E-64E7-AA5DB38BA647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1C92CC9B-4B44-3A01-7047-6BD05D8FE7E6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DD9852C8-BC54-FAF3-2D8A-25CBF6E9B283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E261DBF9-F690-CF17-0B00-E392C2D90252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56C1240-414B-5EB8-5FBB-A7A13DD69A8A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DFE17768-D6D8-33D5-9451-D0541F505342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569E932A-90F8-DB19-C847-A7F5644D2FFC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CE53EA5E-8AA6-53A1-2687-A756CD87804C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0EAA1DEC-D68F-6F97-707F-E2804657BF77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252422E-1717-6BC8-5C4C-4DCF8E31AFCA}"/>
              </a:ext>
            </a:extLst>
          </p:cNvPr>
          <p:cNvGrpSpPr/>
          <p:nvPr/>
        </p:nvGrpSpPr>
        <p:grpSpPr>
          <a:xfrm>
            <a:off x="341798" y="1185958"/>
            <a:ext cx="8517566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</p:grpSpPr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25CC66E-2E68-8B92-D342-F09DD44E5CE6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9732F62B-BCFB-7561-1207-27EA2A4F4EBA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6" name="Parallelogram 25">
              <a:extLst>
                <a:ext uri="{FF2B5EF4-FFF2-40B4-BE49-F238E27FC236}">
                  <a16:creationId xmlns:a16="http://schemas.microsoft.com/office/drawing/2014/main" id="{DE51CE20-CE21-66D2-C44C-81A8838052D0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1C7E2B8F-1664-7BF8-E7DB-62896D7DB7E1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AD132DAD-249F-1606-4B29-D7F50EA9BEB0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1A92F374-94E5-72C1-833E-3C8981C99F82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30660F29-C34F-F142-FBFE-5EFF60592A74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23F64602-E590-A750-534A-7E8562CB56F8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AB0401DE-A1ED-EEA2-D768-C7A0FB5F3863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3B9774AB-0141-5B5D-8FBB-A72088A585C2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1657BA7F-A6EE-94D0-018F-23DC9C4E46E9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7F2BDA6F-B4D1-D747-F3CA-990D29E11B47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D3E818D4-E9D6-0078-63FD-E42F98C2D9F0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83CB616E-EE88-5948-5603-D3F263478B7A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F805762A-0137-B6B4-A7FA-341473BC0A03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AE54100-0339-C628-C2A7-18646AEB0A65}"/>
              </a:ext>
            </a:extLst>
          </p:cNvPr>
          <p:cNvCxnSpPr>
            <a:cxnSpLocks/>
          </p:cNvCxnSpPr>
          <p:nvPr/>
        </p:nvCxnSpPr>
        <p:spPr>
          <a:xfrm flipH="1">
            <a:off x="341798" y="3152762"/>
            <a:ext cx="851756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6EE3CD7-417A-CD45-DA09-19387AFBA24B}"/>
              </a:ext>
            </a:extLst>
          </p:cNvPr>
          <p:cNvCxnSpPr>
            <a:cxnSpLocks/>
          </p:cNvCxnSpPr>
          <p:nvPr/>
        </p:nvCxnSpPr>
        <p:spPr>
          <a:xfrm flipH="1">
            <a:off x="341798" y="3515102"/>
            <a:ext cx="851756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81DE243-6E14-E68B-44C2-BD531EA724C3}"/>
              </a:ext>
            </a:extLst>
          </p:cNvPr>
          <p:cNvCxnSpPr/>
          <p:nvPr/>
        </p:nvCxnSpPr>
        <p:spPr>
          <a:xfrm>
            <a:off x="341770" y="1546850"/>
            <a:ext cx="8517564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EBFA232-92D1-0D73-6867-FE0D0589B3F2}"/>
              </a:ext>
            </a:extLst>
          </p:cNvPr>
          <p:cNvCxnSpPr/>
          <p:nvPr/>
        </p:nvCxnSpPr>
        <p:spPr>
          <a:xfrm rot="10800000">
            <a:off x="341771" y="1191271"/>
            <a:ext cx="851756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26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ottom and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background with white lines&#10;&#10;Description automatically generated">
            <a:extLst>
              <a:ext uri="{FF2B5EF4-FFF2-40B4-BE49-F238E27FC236}">
                <a16:creationId xmlns:a16="http://schemas.microsoft.com/office/drawing/2014/main" id="{4BDA383F-AAAB-383E-24EA-13712AD32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58545" y="837775"/>
            <a:ext cx="4315949" cy="20701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E8CC2BA-9E5A-B8F9-6B92-0FC813C23D75}"/>
              </a:ext>
            </a:extLst>
          </p:cNvPr>
          <p:cNvGrpSpPr/>
          <p:nvPr/>
        </p:nvGrpSpPr>
        <p:grpSpPr>
          <a:xfrm>
            <a:off x="341797" y="5661676"/>
            <a:ext cx="4300462" cy="364609"/>
            <a:chOff x="6019602" y="5661675"/>
            <a:chExt cx="5732456" cy="364609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DD87EAD6-EBC7-D3AE-60C3-34B05DA56A41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3B83F28-4E4E-9AEB-7861-D13F12EDE882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ABB418CF-2B2A-A44A-B968-D6BA1C6D1F28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14B9E5FD-D81F-CF7A-96B8-FB23060CBEA0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23B551B-59FF-03A9-CA32-E730A1D2331A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921355AD-BB27-6A35-BB58-A8A524B924ED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DAB52D65-3606-3391-4D1C-BDE810314BDB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A6691FF-3F7E-38FB-08DC-FE05A0521124}"/>
              </a:ext>
            </a:extLst>
          </p:cNvPr>
          <p:cNvGrpSpPr/>
          <p:nvPr/>
        </p:nvGrpSpPr>
        <p:grpSpPr>
          <a:xfrm>
            <a:off x="363232" y="2908547"/>
            <a:ext cx="4300462" cy="364609"/>
            <a:chOff x="6019602" y="5661675"/>
            <a:chExt cx="5732456" cy="364609"/>
          </a:xfrm>
        </p:grpSpPr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75AA5753-53CF-3221-6B62-080BB935EC9C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668CA797-7D5A-B608-1ACA-335231DDC29D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54C3A0B-24B1-33F2-A522-EDF45D606FC5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87BEB395-0B6F-F887-6EF4-EF08239D52F9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CAE4E799-173B-B9F1-B06C-A0CC3B066A56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8E793C89-7366-2BCC-D2DB-2F28E9A2A1D4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28FA3D98-A64F-944A-AB04-37FC2FDDD46E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CC19533-8F1E-44A7-8B47-99AB857DF6AB}"/>
              </a:ext>
            </a:extLst>
          </p:cNvPr>
          <p:cNvGrpSpPr/>
          <p:nvPr/>
        </p:nvGrpSpPr>
        <p:grpSpPr>
          <a:xfrm>
            <a:off x="334650" y="3276600"/>
            <a:ext cx="4344531" cy="2381900"/>
            <a:chOff x="455611" y="2307799"/>
            <a:chExt cx="5638801" cy="238190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073E0F0-E5BD-F223-137D-A645FCF5C0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611" y="2307799"/>
              <a:ext cx="5638801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37CF0E-9F41-6673-C0E1-3BBAD85DA798}"/>
                </a:ext>
              </a:extLst>
            </p:cNvPr>
            <p:cNvCxnSpPr>
              <a:cxnSpLocks/>
            </p:cNvCxnSpPr>
            <p:nvPr/>
          </p:nvCxnSpPr>
          <p:spPr>
            <a:xfrm>
              <a:off x="455611" y="4689699"/>
              <a:ext cx="5638795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43ED3E-F773-4648-2849-F1F54DBAF3A5}"/>
              </a:ext>
            </a:extLst>
          </p:cNvPr>
          <p:cNvCxnSpPr/>
          <p:nvPr/>
        </p:nvCxnSpPr>
        <p:spPr>
          <a:xfrm>
            <a:off x="4674700" y="831037"/>
            <a:ext cx="0" cy="519525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85DADD4-18BE-A44A-CDDD-3DD34E207714}"/>
              </a:ext>
            </a:extLst>
          </p:cNvPr>
          <p:cNvCxnSpPr>
            <a:cxnSpLocks/>
          </p:cNvCxnSpPr>
          <p:nvPr/>
        </p:nvCxnSpPr>
        <p:spPr>
          <a:xfrm flipH="1">
            <a:off x="334650" y="2908546"/>
            <a:ext cx="434453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99BAFD8D-B1A2-223F-5DEE-8513D22E1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90" y="3324415"/>
            <a:ext cx="4327230" cy="2286000"/>
          </a:xfrm>
        </p:spPr>
        <p:txBody>
          <a:bodyPr>
            <a:normAutofit/>
          </a:bodyPr>
          <a:lstStyle>
            <a:lvl1pPr>
              <a:defRPr sz="24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9" name="Content Placeholder 40">
            <a:extLst>
              <a:ext uri="{FF2B5EF4-FFF2-40B4-BE49-F238E27FC236}">
                <a16:creationId xmlns:a16="http://schemas.microsoft.com/office/drawing/2014/main" id="{DAF58893-225F-9839-4AF5-8AF4C9A4D2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83102" y="990601"/>
            <a:ext cx="3433275" cy="4938713"/>
          </a:xfrm>
        </p:spPr>
        <p:txBody>
          <a:bodyPr anchor="ctr"/>
          <a:lstStyle>
            <a:lvl1pPr marL="171496" indent="-171496">
              <a:lnSpc>
                <a:spcPct val="90000"/>
              </a:lnSpc>
              <a:spcBef>
                <a:spcPts val="1350"/>
              </a:spcBef>
              <a:buFont typeface="Arial" panose="020B0604020202020204" pitchFamily="34" charset="0"/>
              <a:buChar char="•"/>
              <a:defRPr sz="135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2A924-A402-448B-CA05-2645ABDBE76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3CF3B9-43F6-FADE-60C0-0D4DC01D96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496FBA-69D5-F381-4BB3-47DEEE821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64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bottom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1C55C-9AF8-EB7E-D4A4-C30E6C649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90" y="4398263"/>
            <a:ext cx="7264514" cy="15727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40">
            <a:extLst>
              <a:ext uri="{FF2B5EF4-FFF2-40B4-BE49-F238E27FC236}">
                <a16:creationId xmlns:a16="http://schemas.microsoft.com/office/drawing/2014/main" id="{7C8F3378-EB27-AC31-6C44-8CB4DBF4C56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0857" y="1188720"/>
            <a:ext cx="3484771" cy="2999232"/>
          </a:xfrm>
        </p:spPr>
        <p:txBody>
          <a:bodyPr anchor="ctr">
            <a:normAutofit/>
          </a:bodyPr>
          <a:lstStyle>
            <a:lvl1pPr marL="171496" indent="-171496">
              <a:lnSpc>
                <a:spcPct val="90000"/>
              </a:lnSpc>
              <a:spcBef>
                <a:spcPts val="1350"/>
              </a:spcBef>
              <a:buFont typeface="Arial" panose="020B0604020202020204" pitchFamily="34" charset="0"/>
              <a:buChar char="•"/>
              <a:defRPr sz="1200"/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40">
            <a:extLst>
              <a:ext uri="{FF2B5EF4-FFF2-40B4-BE49-F238E27FC236}">
                <a16:creationId xmlns:a16="http://schemas.microsoft.com/office/drawing/2014/main" id="{A95C8986-0A58-82D9-4156-FD62D9F187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28224" y="1188720"/>
            <a:ext cx="3484771" cy="2999232"/>
          </a:xfrm>
        </p:spPr>
        <p:txBody>
          <a:bodyPr anchor="t">
            <a:normAutofit/>
          </a:bodyPr>
          <a:lstStyle>
            <a:lvl1pPr marL="171496" indent="-171496">
              <a:lnSpc>
                <a:spcPct val="90000"/>
              </a:lnSpc>
              <a:spcBef>
                <a:spcPts val="1350"/>
              </a:spcBef>
              <a:buFont typeface="Arial" panose="020B0604020202020204" pitchFamily="34" charset="0"/>
              <a:buChar char="•"/>
              <a:defRPr sz="1200"/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DC044-78B6-9932-0415-93ACBF9313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0965DC-0B8B-F872-935E-9D9D3721E3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3E988-0054-287A-6AAE-06E21E1D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E235CD8-6A96-F95D-9E38-23FDC13785B7}"/>
              </a:ext>
            </a:extLst>
          </p:cNvPr>
          <p:cNvSpPr/>
          <p:nvPr/>
        </p:nvSpPr>
        <p:spPr>
          <a:xfrm rot="10800000">
            <a:off x="7786173" y="4351368"/>
            <a:ext cx="310715" cy="1258812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6200000" scaled="0"/>
          </a:gra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EE742EAC-BCB8-F9D0-84D4-6A653D38B768}"/>
              </a:ext>
            </a:extLst>
          </p:cNvPr>
          <p:cNvSpPr/>
          <p:nvPr/>
        </p:nvSpPr>
        <p:spPr>
          <a:xfrm>
            <a:off x="7941532" y="4352034"/>
            <a:ext cx="739896" cy="1666288"/>
          </a:xfrm>
          <a:prstGeom prst="parallelogram">
            <a:avLst>
              <a:gd name="adj" fmla="val 59972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FFFB8A-B590-C981-BB08-04BD3554C8D7}"/>
              </a:ext>
            </a:extLst>
          </p:cNvPr>
          <p:cNvCxnSpPr>
            <a:cxnSpLocks/>
          </p:cNvCxnSpPr>
          <p:nvPr/>
        </p:nvCxnSpPr>
        <p:spPr>
          <a:xfrm>
            <a:off x="4577955" y="831038"/>
            <a:ext cx="0" cy="3512363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DF137B-3968-16D7-F0A8-AD9DD42AB975}"/>
              </a:ext>
            </a:extLst>
          </p:cNvPr>
          <p:cNvCxnSpPr>
            <a:cxnSpLocks/>
          </p:cNvCxnSpPr>
          <p:nvPr/>
        </p:nvCxnSpPr>
        <p:spPr>
          <a:xfrm>
            <a:off x="341802" y="4343400"/>
            <a:ext cx="8517558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5F434B5-8A80-F035-A0F7-495BEC5D5CEB}"/>
              </a:ext>
            </a:extLst>
          </p:cNvPr>
          <p:cNvSpPr/>
          <p:nvPr/>
        </p:nvSpPr>
        <p:spPr>
          <a:xfrm>
            <a:off x="8532755" y="4759510"/>
            <a:ext cx="310715" cy="1258813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F102734-0974-5386-C0F9-E2BE7EA6E6E5}"/>
              </a:ext>
            </a:extLst>
          </p:cNvPr>
          <p:cNvCxnSpPr>
            <a:cxnSpLocks/>
          </p:cNvCxnSpPr>
          <p:nvPr/>
        </p:nvCxnSpPr>
        <p:spPr>
          <a:xfrm>
            <a:off x="7785862" y="4343401"/>
            <a:ext cx="1" cy="1682889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522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to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85F15-A535-359D-EE3D-3BBDB2EAC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91" y="831035"/>
            <a:ext cx="8517569" cy="13898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40">
            <a:extLst>
              <a:ext uri="{FF2B5EF4-FFF2-40B4-BE49-F238E27FC236}">
                <a16:creationId xmlns:a16="http://schemas.microsoft.com/office/drawing/2014/main" id="{8880E109-D2C0-09D8-1A97-262785E60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0857" y="2304288"/>
            <a:ext cx="3484771" cy="3410712"/>
          </a:xfrm>
        </p:spPr>
        <p:txBody>
          <a:bodyPr anchor="ctr"/>
          <a:lstStyle>
            <a:lvl1pPr marL="171496" indent="-171496">
              <a:lnSpc>
                <a:spcPct val="150000"/>
              </a:lnSpc>
              <a:spcBef>
                <a:spcPts val="1350"/>
              </a:spcBef>
              <a:buFont typeface="Arial" panose="020B0604020202020204" pitchFamily="34" charset="0"/>
              <a:buChar char="•"/>
              <a:defRPr sz="135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40">
            <a:extLst>
              <a:ext uri="{FF2B5EF4-FFF2-40B4-BE49-F238E27FC236}">
                <a16:creationId xmlns:a16="http://schemas.microsoft.com/office/drawing/2014/main" id="{5E777085-29F0-61FF-3D68-0F6CBA8BB1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28224" y="2304288"/>
            <a:ext cx="3484771" cy="2999232"/>
          </a:xfrm>
        </p:spPr>
        <p:txBody>
          <a:bodyPr anchor="ctr"/>
          <a:lstStyle>
            <a:lvl1pPr marL="171496" indent="-171496">
              <a:lnSpc>
                <a:spcPct val="150000"/>
              </a:lnSpc>
              <a:spcBef>
                <a:spcPts val="1350"/>
              </a:spcBef>
              <a:buFont typeface="Arial" panose="020B0604020202020204" pitchFamily="34" charset="0"/>
              <a:buChar char="•"/>
              <a:defRPr sz="135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C2655-C4F7-BDC7-8E08-DBC1659AA61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FB4CE7-C50F-3D98-D82F-253EF386E6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C9D65-417E-F629-741D-C9E06E1F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9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1C55C-9AF8-EB7E-D4A4-C30E6C649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90" y="4361688"/>
            <a:ext cx="8519855" cy="16733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able Placeholder 15">
            <a:extLst>
              <a:ext uri="{FF2B5EF4-FFF2-40B4-BE49-F238E27FC236}">
                <a16:creationId xmlns:a16="http://schemas.microsoft.com/office/drawing/2014/main" id="{FA33993F-8FA8-07DB-3B69-E1A22B18849E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341799" y="830264"/>
            <a:ext cx="4343340" cy="3532187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2" name="Content Placeholder 40">
            <a:extLst>
              <a:ext uri="{FF2B5EF4-FFF2-40B4-BE49-F238E27FC236}">
                <a16:creationId xmlns:a16="http://schemas.microsoft.com/office/drawing/2014/main" id="{A95C8986-0A58-82D9-4156-FD62D9F187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7644" y="1225296"/>
            <a:ext cx="3484771" cy="2816352"/>
          </a:xfrm>
        </p:spPr>
        <p:txBody>
          <a:bodyPr anchor="t"/>
          <a:lstStyle>
            <a:lvl1pPr marL="171496" indent="-171496">
              <a:lnSpc>
                <a:spcPct val="90000"/>
              </a:lnSpc>
              <a:spcBef>
                <a:spcPts val="1350"/>
              </a:spcBef>
              <a:buFont typeface="Arial" panose="020B0604020202020204" pitchFamily="34" charset="0"/>
              <a:buChar char="•"/>
              <a:defRPr sz="1350"/>
            </a:lvl1pPr>
            <a:lvl2pPr marL="342991">
              <a:defRPr/>
            </a:lvl2pPr>
            <a:lvl3pPr marL="685983">
              <a:defRPr/>
            </a:lvl3pPr>
            <a:lvl4pPr marL="1028974">
              <a:defRPr/>
            </a:lvl4pPr>
            <a:lvl5pPr marL="137196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DC044-78B6-9932-0415-93ACBF9313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0965DC-0B8B-F872-935E-9D9D3721E3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3E988-0054-287A-6AAE-06E21E1D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FFFB8A-B590-C981-BB08-04BD3554C8D7}"/>
              </a:ext>
            </a:extLst>
          </p:cNvPr>
          <p:cNvCxnSpPr>
            <a:cxnSpLocks/>
          </p:cNvCxnSpPr>
          <p:nvPr/>
        </p:nvCxnSpPr>
        <p:spPr>
          <a:xfrm>
            <a:off x="4684976" y="831038"/>
            <a:ext cx="0" cy="3512363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DF137B-3968-16D7-F0A8-AD9DD42AB975}"/>
              </a:ext>
            </a:extLst>
          </p:cNvPr>
          <p:cNvCxnSpPr>
            <a:cxnSpLocks/>
          </p:cNvCxnSpPr>
          <p:nvPr/>
        </p:nvCxnSpPr>
        <p:spPr>
          <a:xfrm>
            <a:off x="341802" y="4343400"/>
            <a:ext cx="8517558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1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fu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791" y="831035"/>
            <a:ext cx="8517569" cy="1609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89" y="2441448"/>
            <a:ext cx="8519855" cy="3584448"/>
          </a:xfrm>
        </p:spPr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2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692176E-3B49-0477-AA91-E6395EC3F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91" y="831035"/>
            <a:ext cx="8517569" cy="1609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3" name="Content Placeholder 40">
            <a:extLst>
              <a:ext uri="{FF2B5EF4-FFF2-40B4-BE49-F238E27FC236}">
                <a16:creationId xmlns:a16="http://schemas.microsoft.com/office/drawing/2014/main" id="{7C8F3378-EB27-AC31-6C44-8CB4DBF4C56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5979" y="2971800"/>
            <a:ext cx="3484771" cy="2807208"/>
          </a:xfrm>
        </p:spPr>
        <p:txBody>
          <a:bodyPr anchor="t">
            <a:normAutofit/>
          </a:bodyPr>
          <a:lstStyle>
            <a:lvl1pPr marL="171496" indent="-171496">
              <a:lnSpc>
                <a:spcPct val="90000"/>
              </a:lnSpc>
              <a:spcBef>
                <a:spcPts val="1350"/>
              </a:spcBef>
              <a:buFont typeface="Arial" panose="020B0604020202020204" pitchFamily="34" charset="0"/>
              <a:buChar char="•"/>
              <a:defRPr sz="1200"/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40">
            <a:extLst>
              <a:ext uri="{FF2B5EF4-FFF2-40B4-BE49-F238E27FC236}">
                <a16:creationId xmlns:a16="http://schemas.microsoft.com/office/drawing/2014/main" id="{A95C8986-0A58-82D9-4156-FD62D9F187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89962" y="2971800"/>
            <a:ext cx="3484771" cy="280720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1350"/>
              </a:spcBef>
              <a:buFont typeface="Arial" panose="020B0604020202020204" pitchFamily="34" charset="0"/>
              <a:buNone/>
              <a:defRPr sz="1200"/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DC044-78B6-9932-0415-93ACBF9313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0965DC-0B8B-F872-935E-9D9D3721E3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3E988-0054-287A-6AAE-06E21E1D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536B7D-E277-C256-5856-F8E6C59FC5E1}"/>
              </a:ext>
            </a:extLst>
          </p:cNvPr>
          <p:cNvCxnSpPr>
            <a:cxnSpLocks/>
          </p:cNvCxnSpPr>
          <p:nvPr/>
        </p:nvCxnSpPr>
        <p:spPr>
          <a:xfrm>
            <a:off x="341802" y="2438400"/>
            <a:ext cx="851755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D52B67A-2B44-F4A3-3DE0-514550897E7D}"/>
              </a:ext>
            </a:extLst>
          </p:cNvPr>
          <p:cNvCxnSpPr>
            <a:cxnSpLocks/>
          </p:cNvCxnSpPr>
          <p:nvPr/>
        </p:nvCxnSpPr>
        <p:spPr>
          <a:xfrm>
            <a:off x="4691800" y="2438401"/>
            <a:ext cx="0" cy="3587889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707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0A84-9C58-F896-0FB0-49EBCE306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91" y="1197864"/>
            <a:ext cx="8517569" cy="2395728"/>
          </a:xfrm>
        </p:spPr>
        <p:txBody>
          <a:bodyPr>
            <a:normAutofit/>
          </a:bodyPr>
          <a:lstStyle>
            <a:lvl1pPr>
              <a:defRPr sz="330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478C78A5-5D77-F57C-D5EA-9FED831F9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989" y="3694176"/>
            <a:ext cx="8519855" cy="1975104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350" b="1" cap="all" spc="150" baseline="0">
                <a:solidFill>
                  <a:schemeClr val="tx2"/>
                </a:solidFill>
              </a:defRPr>
            </a:lvl1pPr>
            <a:lvl2pPr marL="342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9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272CF2-D7FA-D7DE-67B8-A8E6C0C3987C}"/>
              </a:ext>
            </a:extLst>
          </p:cNvPr>
          <p:cNvGrpSpPr/>
          <p:nvPr/>
        </p:nvGrpSpPr>
        <p:grpSpPr>
          <a:xfrm>
            <a:off x="341798" y="830376"/>
            <a:ext cx="8517566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6200000" scaled="1"/>
          </a:gradFill>
        </p:grpSpPr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88716FC7-1AD2-45FF-0DA3-7A1BFB1B2E07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49BB50BB-555B-D492-C307-C81262E21B59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38408CA3-CC0E-EC5C-062F-934E485268DB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6AE5ED21-EB43-A35B-E75A-451CB583EBA9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BB385C5A-30D8-0BA8-828B-AB63969F183C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B64D7533-0D81-28B1-5BCE-B377A69CCB70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F999CAC2-3805-7790-0D5B-1C0C560FC393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C5745A4C-04EE-2733-6012-D36B5BBBF398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AC857CED-E2E1-89D2-A39D-654ACE08A93B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39393802-381E-135F-4932-F69B44996A89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B4B70FE7-D13E-6BF8-0263-5DC35765D060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42E69ACE-9D4F-1BC1-3813-E4A8B8D3DC28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F56F1340-0F67-BC41-CE24-7A6D858FB09F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F982964F-E8E0-48A7-63EE-30E110ED9895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39F1912B-FF96-9C65-85DE-F7EFD9DF13EB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868CC7A-81EA-FE94-C301-81556552A481}"/>
              </a:ext>
            </a:extLst>
          </p:cNvPr>
          <p:cNvCxnSpPr/>
          <p:nvPr/>
        </p:nvCxnSpPr>
        <p:spPr>
          <a:xfrm rot="10800000">
            <a:off x="341799" y="1191269"/>
            <a:ext cx="851756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18EC814-52EA-642A-75CD-07481ECF4273}"/>
              </a:ext>
            </a:extLst>
          </p:cNvPr>
          <p:cNvCxnSpPr/>
          <p:nvPr/>
        </p:nvCxnSpPr>
        <p:spPr>
          <a:xfrm rot="10800000">
            <a:off x="341798" y="831038"/>
            <a:ext cx="8517563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DA2521-B0F3-5A0E-9428-0B165F691501}"/>
              </a:ext>
            </a:extLst>
          </p:cNvPr>
          <p:cNvGrpSpPr/>
          <p:nvPr/>
        </p:nvGrpSpPr>
        <p:grpSpPr>
          <a:xfrm>
            <a:off x="341786" y="5663123"/>
            <a:ext cx="8517566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6200000" scaled="1"/>
          </a:gradFill>
        </p:grpSpPr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FDA5A1D4-EBE7-9453-19D8-B316FAC99927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6" name="Parallelogram 25">
              <a:extLst>
                <a:ext uri="{FF2B5EF4-FFF2-40B4-BE49-F238E27FC236}">
                  <a16:creationId xmlns:a16="http://schemas.microsoft.com/office/drawing/2014/main" id="{71E21317-0ADC-6BF8-DFD8-DA8C9E0F0646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1CEFF694-4FBF-F6A5-750F-30AACB3C2EB9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75F19B0A-2C90-24E0-A63C-B8B841B832BF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B2554279-F72C-5046-9E50-62272505D46D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E736FAE4-B9C8-1879-59A5-D9764E11486C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77BA47AA-B3DD-48A7-19BD-E8255F9B069A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8FC8D71-7679-D51D-AA45-16338DBF0DA2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33BC4D85-8499-C4DE-84DC-80193602AB2A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95C1B48A-2A95-F0D4-AC65-178A56B43F86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8D2245DE-C317-FF60-ABBF-D0CFE4A503FF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460B9A58-26A4-E15F-753D-DA3847B46512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B965DC43-1BBE-B7DA-93C1-F920AB125B24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B2B05D8B-37A7-2CDF-5C37-B108920566C8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0BA82473-BACD-58B4-E315-83013BECB612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9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AF3E19B-FA9C-5C38-6BCD-CE9C1DB196D3}"/>
              </a:ext>
            </a:extLst>
          </p:cNvPr>
          <p:cNvCxnSpPr/>
          <p:nvPr/>
        </p:nvCxnSpPr>
        <p:spPr>
          <a:xfrm>
            <a:off x="341802" y="5666723"/>
            <a:ext cx="851756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B6CEBD1-73E3-AFFD-B18B-C563A5DDFBAB}"/>
              </a:ext>
            </a:extLst>
          </p:cNvPr>
          <p:cNvCxnSpPr/>
          <p:nvPr/>
        </p:nvCxnSpPr>
        <p:spPr>
          <a:xfrm>
            <a:off x="341802" y="6026955"/>
            <a:ext cx="851756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2793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1791" y="831037"/>
            <a:ext cx="8517569" cy="9215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2107" y="1904999"/>
            <a:ext cx="6852578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57053" y="6106705"/>
            <a:ext cx="3429893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8963" y="6124572"/>
            <a:ext cx="1087325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73388" y="6102626"/>
            <a:ext cx="628815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A83175-CA5A-51EB-5665-4379FD2F545B}"/>
              </a:ext>
            </a:extLst>
          </p:cNvPr>
          <p:cNvSpPr/>
          <p:nvPr/>
        </p:nvSpPr>
        <p:spPr>
          <a:xfrm>
            <a:off x="341798" y="381000"/>
            <a:ext cx="8517568" cy="6096000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16DF9B1-D7B9-469D-2BDD-030BB373EAFE}"/>
              </a:ext>
            </a:extLst>
          </p:cNvPr>
          <p:cNvCxnSpPr/>
          <p:nvPr/>
        </p:nvCxnSpPr>
        <p:spPr>
          <a:xfrm rot="10800000">
            <a:off x="2840898" y="380997"/>
            <a:ext cx="0" cy="450707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C01CEF09-4761-CA93-B67D-687ADAAFDD3B}"/>
              </a:ext>
            </a:extLst>
          </p:cNvPr>
          <p:cNvCxnSpPr/>
          <p:nvPr/>
        </p:nvCxnSpPr>
        <p:spPr>
          <a:xfrm>
            <a:off x="2840895" y="6026289"/>
            <a:ext cx="0" cy="450706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AB09383D-487B-CA4F-D7EB-0FA72D1CC2BE}"/>
              </a:ext>
            </a:extLst>
          </p:cNvPr>
          <p:cNvGrpSpPr/>
          <p:nvPr/>
        </p:nvGrpSpPr>
        <p:grpSpPr>
          <a:xfrm>
            <a:off x="6344109" y="380999"/>
            <a:ext cx="2" cy="6095997"/>
            <a:chOff x="8456609" y="380998"/>
            <a:chExt cx="3" cy="6095997"/>
          </a:xfrm>
        </p:grpSpPr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7BD35581-5D47-E665-9BC9-8E2758509788}"/>
                </a:ext>
              </a:extLst>
            </p:cNvPr>
            <p:cNvCxnSpPr/>
            <p:nvPr/>
          </p:nvCxnSpPr>
          <p:spPr>
            <a:xfrm>
              <a:off x="8456612" y="6026289"/>
              <a:ext cx="0" cy="450706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14BA1620-B3AA-DF08-2776-8EAA83E867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6609" y="380998"/>
              <a:ext cx="0" cy="450039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D53A42-077B-77BB-0DCD-D9BD1954A428}"/>
              </a:ext>
            </a:extLst>
          </p:cNvPr>
          <p:cNvCxnSpPr/>
          <p:nvPr/>
        </p:nvCxnSpPr>
        <p:spPr>
          <a:xfrm rot="10800000">
            <a:off x="341797" y="831038"/>
            <a:ext cx="851756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6BAE39-4731-4079-C5E5-5A17D541669C}"/>
              </a:ext>
            </a:extLst>
          </p:cNvPr>
          <p:cNvCxnSpPr/>
          <p:nvPr/>
        </p:nvCxnSpPr>
        <p:spPr>
          <a:xfrm>
            <a:off x="341802" y="6026955"/>
            <a:ext cx="851756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105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685983" rtl="0" eaLnBrk="1" latinLnBrk="0" hangingPunct="1">
        <a:lnSpc>
          <a:spcPct val="90000"/>
        </a:lnSpc>
        <a:spcBef>
          <a:spcPct val="0"/>
        </a:spcBef>
        <a:buNone/>
        <a:defRPr sz="2701" b="1" kern="1200" cap="all" spc="0" baseline="0">
          <a:ln w="9525">
            <a:noFill/>
            <a:prstDash val="solid"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171496" indent="-171496" algn="l" defTabSz="685983" rtl="0" eaLnBrk="1" latinLnBrk="0" hangingPunct="1">
        <a:lnSpc>
          <a:spcPct val="90000"/>
        </a:lnSpc>
        <a:spcBef>
          <a:spcPts val="1350"/>
        </a:spcBef>
        <a:spcAft>
          <a:spcPts val="0"/>
        </a:spcAft>
        <a:buClr>
          <a:schemeClr val="tx1"/>
        </a:buClr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73878" indent="0" algn="l" defTabSz="685983" rtl="0" eaLnBrk="1" latinLnBrk="0" hangingPunct="1">
        <a:lnSpc>
          <a:spcPct val="90000"/>
        </a:lnSpc>
        <a:spcBef>
          <a:spcPts val="900"/>
        </a:spcBef>
        <a:buClr>
          <a:schemeClr val="tx1"/>
        </a:buClr>
        <a:buSzPct val="100000"/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47755" indent="0" algn="l" defTabSz="685983" rtl="0" eaLnBrk="1" latinLnBrk="0" hangingPunct="1">
        <a:lnSpc>
          <a:spcPct val="90000"/>
        </a:lnSpc>
        <a:spcBef>
          <a:spcPts val="450"/>
        </a:spcBef>
        <a:buClr>
          <a:schemeClr val="tx1"/>
        </a:buClr>
        <a:buSzPct val="100000"/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12105" indent="0" algn="l" defTabSz="685983" rtl="0" eaLnBrk="1" latinLnBrk="0" hangingPunct="1">
        <a:lnSpc>
          <a:spcPct val="90000"/>
        </a:lnSpc>
        <a:spcBef>
          <a:spcPts val="450"/>
        </a:spcBef>
        <a:buClr>
          <a:schemeClr val="tx1"/>
        </a:buClr>
        <a:buSzPct val="100000"/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643109" indent="0" algn="l" defTabSz="685983" rtl="0" eaLnBrk="1" latinLnBrk="0" hangingPunct="1">
        <a:lnSpc>
          <a:spcPct val="90000"/>
        </a:lnSpc>
        <a:spcBef>
          <a:spcPts val="450"/>
        </a:spcBef>
        <a:buClr>
          <a:schemeClr val="tx1"/>
        </a:buClr>
        <a:buSzPct val="100000"/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5497" indent="-130337" algn="l" defTabSz="685983" rtl="0" eaLnBrk="1" latinLnBrk="0" hangingPunct="1">
        <a:spcBef>
          <a:spcPts val="450"/>
        </a:spcBef>
        <a:buClr>
          <a:schemeClr val="accent1"/>
        </a:buClr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1035834" indent="-130337" algn="l" defTabSz="685983" rtl="0" eaLnBrk="1" latinLnBrk="0" hangingPunct="1">
        <a:spcBef>
          <a:spcPts val="450"/>
        </a:spcBef>
        <a:buClr>
          <a:schemeClr val="accent1"/>
        </a:buClr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1166171" indent="-130337" algn="l" defTabSz="685983" rtl="0" eaLnBrk="1" latinLnBrk="0" hangingPunct="1">
        <a:spcBef>
          <a:spcPts val="450"/>
        </a:spcBef>
        <a:buClr>
          <a:schemeClr val="accent1"/>
        </a:buClr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1296508" indent="-130337" algn="l" defTabSz="685983" rtl="0" eaLnBrk="1" latinLnBrk="0" hangingPunct="1">
        <a:spcBef>
          <a:spcPts val="450"/>
        </a:spcBef>
        <a:buClr>
          <a:schemeClr val="accent1"/>
        </a:buClr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6859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Air Quality Monitoring System using IoT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an IoT-based Air Quality Monitoring System.</a:t>
            </a:r>
          </a:p>
          <a:p>
            <a:r>
              <a:t>It uses gas sensors to detect harmful gases and ESP32 for Wi-Fi connectivity.</a:t>
            </a:r>
          </a:p>
          <a:p>
            <a:r>
              <a:t>The data is displayed on an OLED screen and can be monitored remotely.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Monitor real-time air quality levels.</a:t>
            </a:r>
          </a:p>
          <a:p>
            <a:r>
              <a:t>- Detect harmful gases like CO, CO2, and other pollutants.</a:t>
            </a:r>
          </a:p>
          <a:p>
            <a:r>
              <a:t>- Display results on OLED display.</a:t>
            </a:r>
          </a:p>
          <a:p>
            <a:r>
              <a:t>- Enable IoT-based monitoring via Wi-Fi.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ESP32 Microcontroller</a:t>
            </a:r>
          </a:p>
          <a:p>
            <a:r>
              <a:t>- MQ Gas Sensors (e.g., MQ-135)</a:t>
            </a:r>
          </a:p>
          <a:p>
            <a:r>
              <a:t>- OLED Display</a:t>
            </a:r>
          </a:p>
          <a:p>
            <a:r>
              <a:t>- Resistors and Connecting Wires</a:t>
            </a:r>
          </a:p>
          <a:p>
            <a:r>
              <a:t>- Breadboard / PCB</a:t>
            </a:r>
          </a:p>
          <a:p>
            <a:r>
              <a:t>- Power Supply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includes:</a:t>
            </a:r>
          </a:p>
          <a:p>
            <a:r>
              <a:t>- Gas sensors connected to ESP32.</a:t>
            </a:r>
          </a:p>
          <a:p>
            <a:r>
              <a:t>- OLED display for local monitoring.</a:t>
            </a:r>
          </a:p>
          <a:p>
            <a:r>
              <a:t>- Wi-Fi connectivity for IoT-based monitoring.</a:t>
            </a:r>
          </a:p>
          <a:p>
            <a:r>
              <a:t>- Cloud server/app for remote access.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Gas sensors measure the concentration of gases in the air.</a:t>
            </a:r>
          </a:p>
          <a:p>
            <a:r>
              <a:t>2. ESP32 reads sensor data and processes it.</a:t>
            </a:r>
          </a:p>
          <a:p>
            <a:r>
              <a:t>3. Data is displayed locally on the OLED screen.</a:t>
            </a:r>
          </a:p>
          <a:p>
            <a:r>
              <a:t>4. The same data is sent via Wi-Fi to a cloud server/app for remote monitoring.</a:t>
            </a:r>
          </a:p>
          <a:p>
            <a:r>
              <a:t>5. Alerts can be generated if pollutant levels exceed safe limits.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Indoor air quality monitoring.</a:t>
            </a:r>
          </a:p>
          <a:p>
            <a:r>
              <a:t>- Industrial pollution monitoring.</a:t>
            </a:r>
          </a:p>
          <a:p>
            <a:r>
              <a:t>- Smart city projects.</a:t>
            </a:r>
          </a:p>
          <a:p>
            <a:r>
              <a:t>- Health and safety monitoring.</a:t>
            </a:r>
          </a:p>
          <a:p>
            <a:r>
              <a:t>- Research and environmental studies.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IoT-based Air Quality Monitoring System provides an effective way to track</a:t>
            </a:r>
          </a:p>
          <a:p>
            <a:r>
              <a:t>and analyze pollution levels in real time. It combines local display with cloud-based</a:t>
            </a:r>
          </a:p>
          <a:p>
            <a:r>
              <a:t>monitoring to ensure accessibility and safety. This project contributes to</a:t>
            </a:r>
          </a:p>
          <a:p>
            <a:r>
              <a:t>healthier living environments and can be scaled for larger applications.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lue atom design">
  <a:themeElements>
    <a:clrScheme name="Custom 412">
      <a:dk1>
        <a:sysClr val="windowText" lastClr="000000"/>
      </a:dk1>
      <a:lt1>
        <a:sysClr val="window" lastClr="FFFFFF"/>
      </a:lt1>
      <a:dk2>
        <a:srgbClr val="003A52"/>
      </a:dk2>
      <a:lt2>
        <a:srgbClr val="F4997C"/>
      </a:lt2>
      <a:accent1>
        <a:srgbClr val="99CB38"/>
      </a:accent1>
      <a:accent2>
        <a:srgbClr val="F4997C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F4997C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a:style>
    </a:spDef>
    <a:lnDef>
      <a:spPr>
        <a:ln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36_win32_CP_v6" id="{3A0623D8-F119-4DA7-B77F-DBC725335A77}" vid="{8D7EC14E-7A19-4A7A-B1A0-81D5834E36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Blue atom design slides</Template>
  <TotalTime>4</TotalTime>
  <Words>293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Blue atom design</vt:lpstr>
      <vt:lpstr>Air Quality Monitoring System using IoT</vt:lpstr>
      <vt:lpstr>Introduction</vt:lpstr>
      <vt:lpstr>Objectives</vt:lpstr>
      <vt:lpstr>Components Used</vt:lpstr>
      <vt:lpstr>System Architecture</vt:lpstr>
      <vt:lpstr>Working Principle</vt:lpstr>
      <vt:lpstr>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LAWRANCE AV</cp:lastModifiedBy>
  <cp:revision>2</cp:revision>
  <dcterms:created xsi:type="dcterms:W3CDTF">2013-01-27T09:14:16Z</dcterms:created>
  <dcterms:modified xsi:type="dcterms:W3CDTF">2025-09-03T05:49:34Z</dcterms:modified>
  <cp:category/>
</cp:coreProperties>
</file>